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8" r:id="rId5"/>
    <p:sldId id="269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A6359-A354-4328-BD59-8F03A14B6D94}" v="5" dt="2026-09-25T14:16:27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>
        <p:scale>
          <a:sx n="65" d="100"/>
          <a:sy n="65" d="100"/>
        </p:scale>
        <p:origin x="3832" y="1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llie E Ball" userId="e16d4908-3923-42c9-be12-4d804d0f8f30" providerId="ADAL" clId="{D2A5A728-ABAD-49C3-B3F0-D0CF53EF6DD0}"/>
    <pc:docChg chg="undo custSel addSld delSld modSld">
      <pc:chgData name="Mollie E Ball" userId="e16d4908-3923-42c9-be12-4d804d0f8f30" providerId="ADAL" clId="{D2A5A728-ABAD-49C3-B3F0-D0CF53EF6DD0}" dt="2026-09-25T15:46:55.739" v="206" actId="20577"/>
      <pc:docMkLst>
        <pc:docMk/>
      </pc:docMkLst>
      <pc:sldChg chg="del">
        <pc:chgData name="Mollie E Ball" userId="e16d4908-3923-42c9-be12-4d804d0f8f30" providerId="ADAL" clId="{D2A5A728-ABAD-49C3-B3F0-D0CF53EF6DD0}" dt="2026-09-25T14:15:49.889" v="92" actId="47"/>
        <pc:sldMkLst>
          <pc:docMk/>
          <pc:sldMk cId="1865739223" sldId="258"/>
        </pc:sldMkLst>
      </pc:sldChg>
      <pc:sldChg chg="modSp mod">
        <pc:chgData name="Mollie E Ball" userId="e16d4908-3923-42c9-be12-4d804d0f8f30" providerId="ADAL" clId="{D2A5A728-ABAD-49C3-B3F0-D0CF53EF6DD0}" dt="2026-09-25T15:46:55.739" v="206" actId="20577"/>
        <pc:sldMkLst>
          <pc:docMk/>
          <pc:sldMk cId="110084561" sldId="259"/>
        </pc:sldMkLst>
        <pc:spChg chg="mod">
          <ac:chgData name="Mollie E Ball" userId="e16d4908-3923-42c9-be12-4d804d0f8f30" providerId="ADAL" clId="{D2A5A728-ABAD-49C3-B3F0-D0CF53EF6DD0}" dt="2026-09-25T15:46:55.739" v="206" actId="20577"/>
          <ac:spMkLst>
            <pc:docMk/>
            <pc:sldMk cId="110084561" sldId="259"/>
            <ac:spMk id="10" creationId="{7FEF0848-529F-82D6-B666-E49809FC4229}"/>
          </ac:spMkLst>
        </pc:spChg>
      </pc:sldChg>
      <pc:sldChg chg="addSp delSp modSp mod">
        <pc:chgData name="Mollie E Ball" userId="e16d4908-3923-42c9-be12-4d804d0f8f30" providerId="ADAL" clId="{D2A5A728-ABAD-49C3-B3F0-D0CF53EF6DD0}" dt="2026-09-25T14:20:20.910" v="177" actId="1076"/>
        <pc:sldMkLst>
          <pc:docMk/>
          <pc:sldMk cId="2011388452" sldId="262"/>
        </pc:sldMkLst>
        <pc:spChg chg="del">
          <ac:chgData name="Mollie E Ball" userId="e16d4908-3923-42c9-be12-4d804d0f8f30" providerId="ADAL" clId="{D2A5A728-ABAD-49C3-B3F0-D0CF53EF6DD0}" dt="2026-09-25T14:13:51.595" v="40" actId="478"/>
          <ac:spMkLst>
            <pc:docMk/>
            <pc:sldMk cId="2011388452" sldId="262"/>
            <ac:spMk id="2" creationId="{EB328F1B-1FBB-5692-D142-6DA3819E9288}"/>
          </ac:spMkLst>
        </pc:spChg>
        <pc:spChg chg="add del mod">
          <ac:chgData name="Mollie E Ball" userId="e16d4908-3923-42c9-be12-4d804d0f8f30" providerId="ADAL" clId="{D2A5A728-ABAD-49C3-B3F0-D0CF53EF6DD0}" dt="2026-09-25T14:13:54.112" v="41" actId="478"/>
          <ac:spMkLst>
            <pc:docMk/>
            <pc:sldMk cId="2011388452" sldId="262"/>
            <ac:spMk id="13" creationId="{B8D4FC91-D6CC-EEC9-8029-65FEBA68FE36}"/>
          </ac:spMkLst>
        </pc:spChg>
        <pc:spChg chg="add mod">
          <ac:chgData name="Mollie E Ball" userId="e16d4908-3923-42c9-be12-4d804d0f8f30" providerId="ADAL" clId="{D2A5A728-ABAD-49C3-B3F0-D0CF53EF6DD0}" dt="2026-09-25T14:15:03.216" v="89" actId="1076"/>
          <ac:spMkLst>
            <pc:docMk/>
            <pc:sldMk cId="2011388452" sldId="262"/>
            <ac:spMk id="14" creationId="{0C56EAA4-24B1-5433-0EC3-9AAC48564FC1}"/>
          </ac:spMkLst>
        </pc:spChg>
        <pc:picChg chg="del mod">
          <ac:chgData name="Mollie E Ball" userId="e16d4908-3923-42c9-be12-4d804d0f8f30" providerId="ADAL" clId="{D2A5A728-ABAD-49C3-B3F0-D0CF53EF6DD0}" dt="2026-09-25T14:20:11.666" v="173" actId="478"/>
          <ac:picMkLst>
            <pc:docMk/>
            <pc:sldMk cId="2011388452" sldId="262"/>
            <ac:picMk id="7" creationId="{0B7660AB-E929-8149-CD5B-C82474C8255D}"/>
          </ac:picMkLst>
        </pc:picChg>
        <pc:picChg chg="add mod">
          <ac:chgData name="Mollie E Ball" userId="e16d4908-3923-42c9-be12-4d804d0f8f30" providerId="ADAL" clId="{D2A5A728-ABAD-49C3-B3F0-D0CF53EF6DD0}" dt="2026-09-25T14:20:20.910" v="177" actId="1076"/>
          <ac:picMkLst>
            <pc:docMk/>
            <pc:sldMk cId="2011388452" sldId="262"/>
            <ac:picMk id="16" creationId="{B9B761AB-D55A-C473-C3A6-6FE00AD2EC83}"/>
          </ac:picMkLst>
        </pc:picChg>
      </pc:sldChg>
      <pc:sldChg chg="addSp delSp modSp mod">
        <pc:chgData name="Mollie E Ball" userId="e16d4908-3923-42c9-be12-4d804d0f8f30" providerId="ADAL" clId="{D2A5A728-ABAD-49C3-B3F0-D0CF53EF6DD0}" dt="2026-09-25T14:21:21.362" v="181" actId="1076"/>
        <pc:sldMkLst>
          <pc:docMk/>
          <pc:sldMk cId="3069239280" sldId="263"/>
        </pc:sldMkLst>
        <pc:spChg chg="del">
          <ac:chgData name="Mollie E Ball" userId="e16d4908-3923-42c9-be12-4d804d0f8f30" providerId="ADAL" clId="{D2A5A728-ABAD-49C3-B3F0-D0CF53EF6DD0}" dt="2026-09-25T14:15:39.095" v="90" actId="478"/>
          <ac:spMkLst>
            <pc:docMk/>
            <pc:sldMk cId="3069239280" sldId="263"/>
            <ac:spMk id="2" creationId="{F28EA0C2-BEA9-B289-68ED-3E2F86D31332}"/>
          </ac:spMkLst>
        </pc:spChg>
        <pc:spChg chg="del mod">
          <ac:chgData name="Mollie E Ball" userId="e16d4908-3923-42c9-be12-4d804d0f8f30" providerId="ADAL" clId="{D2A5A728-ABAD-49C3-B3F0-D0CF53EF6DD0}" dt="2026-09-25T14:16:37.866" v="114"/>
          <ac:spMkLst>
            <pc:docMk/>
            <pc:sldMk cId="3069239280" sldId="263"/>
            <ac:spMk id="9" creationId="{76231D38-5D9E-3A3E-9ED9-D634AEF82896}"/>
          </ac:spMkLst>
        </pc:spChg>
        <pc:spChg chg="add del mod">
          <ac:chgData name="Mollie E Ball" userId="e16d4908-3923-42c9-be12-4d804d0f8f30" providerId="ADAL" clId="{D2A5A728-ABAD-49C3-B3F0-D0CF53EF6DD0}" dt="2026-09-25T14:15:41.142" v="91" actId="478"/>
          <ac:spMkLst>
            <pc:docMk/>
            <pc:sldMk cId="3069239280" sldId="263"/>
            <ac:spMk id="11" creationId="{0217B2C0-F2CD-8B99-423F-529C35DB9052}"/>
          </ac:spMkLst>
        </pc:spChg>
        <pc:spChg chg="add mod">
          <ac:chgData name="Mollie E Ball" userId="e16d4908-3923-42c9-be12-4d804d0f8f30" providerId="ADAL" clId="{D2A5A728-ABAD-49C3-B3F0-D0CF53EF6DD0}" dt="2026-09-25T14:16:37.119" v="112" actId="20577"/>
          <ac:spMkLst>
            <pc:docMk/>
            <pc:sldMk cId="3069239280" sldId="263"/>
            <ac:spMk id="13" creationId="{0278850E-E8FE-7A62-1162-FD2F993DF6AD}"/>
          </ac:spMkLst>
        </pc:spChg>
        <pc:picChg chg="del mod">
          <ac:chgData name="Mollie E Ball" userId="e16d4908-3923-42c9-be12-4d804d0f8f30" providerId="ADAL" clId="{D2A5A728-ABAD-49C3-B3F0-D0CF53EF6DD0}" dt="2026-09-25T14:19:48.860" v="115" actId="478"/>
          <ac:picMkLst>
            <pc:docMk/>
            <pc:sldMk cId="3069239280" sldId="263"/>
            <ac:picMk id="4" creationId="{3C1F53FB-0540-F668-1CC4-6E179790FD93}"/>
          </ac:picMkLst>
        </pc:picChg>
        <pc:picChg chg="add del mod">
          <ac:chgData name="Mollie E Ball" userId="e16d4908-3923-42c9-be12-4d804d0f8f30" providerId="ADAL" clId="{D2A5A728-ABAD-49C3-B3F0-D0CF53EF6DD0}" dt="2026-09-25T14:20:08.337" v="172" actId="931"/>
          <ac:picMkLst>
            <pc:docMk/>
            <pc:sldMk cId="3069239280" sldId="263"/>
            <ac:picMk id="15" creationId="{04A7C500-51CB-CFFA-9CDD-DD0E98A87096}"/>
          </ac:picMkLst>
        </pc:picChg>
        <pc:picChg chg="add mod">
          <ac:chgData name="Mollie E Ball" userId="e16d4908-3923-42c9-be12-4d804d0f8f30" providerId="ADAL" clId="{D2A5A728-ABAD-49C3-B3F0-D0CF53EF6DD0}" dt="2026-09-25T14:21:21.362" v="181" actId="1076"/>
          <ac:picMkLst>
            <pc:docMk/>
            <pc:sldMk cId="3069239280" sldId="263"/>
            <ac:picMk id="17" creationId="{9EE29FD3-FEB0-1BE4-5CA3-58E19D4F976A}"/>
          </ac:picMkLst>
        </pc:picChg>
      </pc:sldChg>
      <pc:sldChg chg="del">
        <pc:chgData name="Mollie E Ball" userId="e16d4908-3923-42c9-be12-4d804d0f8f30" providerId="ADAL" clId="{D2A5A728-ABAD-49C3-B3F0-D0CF53EF6DD0}" dt="2026-09-25T15:37:28.431" v="182" actId="47"/>
        <pc:sldMkLst>
          <pc:docMk/>
          <pc:sldMk cId="2622425082" sldId="266"/>
        </pc:sldMkLst>
      </pc:sldChg>
      <pc:sldChg chg="del">
        <pc:chgData name="Mollie E Ball" userId="e16d4908-3923-42c9-be12-4d804d0f8f30" providerId="ADAL" clId="{D2A5A728-ABAD-49C3-B3F0-D0CF53EF6DD0}" dt="2026-09-25T14:15:49.889" v="92" actId="47"/>
        <pc:sldMkLst>
          <pc:docMk/>
          <pc:sldMk cId="1813266817" sldId="267"/>
        </pc:sldMkLst>
      </pc:sldChg>
      <pc:sldChg chg="addSp delSp modSp add mod">
        <pc:chgData name="Mollie E Ball" userId="e16d4908-3923-42c9-be12-4d804d0f8f30" providerId="ADAL" clId="{D2A5A728-ABAD-49C3-B3F0-D0CF53EF6DD0}" dt="2026-09-25T14:13:30.967" v="39" actId="26606"/>
        <pc:sldMkLst>
          <pc:docMk/>
          <pc:sldMk cId="4005026676" sldId="269"/>
        </pc:sldMkLst>
        <pc:spChg chg="add del mod">
          <ac:chgData name="Mollie E Ball" userId="e16d4908-3923-42c9-be12-4d804d0f8f30" providerId="ADAL" clId="{D2A5A728-ABAD-49C3-B3F0-D0CF53EF6DD0}" dt="2026-09-25T14:10:44.974" v="18" actId="478"/>
          <ac:spMkLst>
            <pc:docMk/>
            <pc:sldMk cId="4005026676" sldId="269"/>
            <ac:spMk id="7" creationId="{4DF9B28B-DAE0-DD04-DF7E-2561C5985233}"/>
          </ac:spMkLst>
        </pc:spChg>
        <pc:spChg chg="add del mod">
          <ac:chgData name="Mollie E Ball" userId="e16d4908-3923-42c9-be12-4d804d0f8f30" providerId="ADAL" clId="{D2A5A728-ABAD-49C3-B3F0-D0CF53EF6DD0}" dt="2026-09-25T14:10:43.496" v="16" actId="767"/>
          <ac:spMkLst>
            <pc:docMk/>
            <pc:sldMk cId="4005026676" sldId="269"/>
            <ac:spMk id="8" creationId="{AFBCCB63-441C-F918-7466-143311D3C1B4}"/>
          </ac:spMkLst>
        </pc:spChg>
        <pc:spChg chg="add del mod">
          <ac:chgData name="Mollie E Ball" userId="e16d4908-3923-42c9-be12-4d804d0f8f30" providerId="ADAL" clId="{D2A5A728-ABAD-49C3-B3F0-D0CF53EF6DD0}" dt="2026-09-25T14:10:58.769" v="24" actId="478"/>
          <ac:spMkLst>
            <pc:docMk/>
            <pc:sldMk cId="4005026676" sldId="269"/>
            <ac:spMk id="11" creationId="{F809F201-888C-C1A5-3983-8A3557183475}"/>
          </ac:spMkLst>
        </pc:spChg>
        <pc:spChg chg="add del">
          <ac:chgData name="Mollie E Ball" userId="e16d4908-3923-42c9-be12-4d804d0f8f30" providerId="ADAL" clId="{D2A5A728-ABAD-49C3-B3F0-D0CF53EF6DD0}" dt="2026-09-25T14:10:45.811" v="19" actId="26606"/>
          <ac:spMkLst>
            <pc:docMk/>
            <pc:sldMk cId="4005026676" sldId="269"/>
            <ac:spMk id="14" creationId="{799448F2-0E5B-42DA-B2D1-11A14E947BD4}"/>
          </ac:spMkLst>
        </pc:spChg>
        <pc:spChg chg="add del">
          <ac:chgData name="Mollie E Ball" userId="e16d4908-3923-42c9-be12-4d804d0f8f30" providerId="ADAL" clId="{D2A5A728-ABAD-49C3-B3F0-D0CF53EF6DD0}" dt="2026-09-25T14:10:45.811" v="19" actId="26606"/>
          <ac:spMkLst>
            <pc:docMk/>
            <pc:sldMk cId="4005026676" sldId="269"/>
            <ac:spMk id="16" creationId="{4E8A7552-20E1-4F34-ADAB-C1DB6634D47E}"/>
          </ac:spMkLst>
        </pc:spChg>
        <pc:spChg chg="add del">
          <ac:chgData name="Mollie E Ball" userId="e16d4908-3923-42c9-be12-4d804d0f8f30" providerId="ADAL" clId="{D2A5A728-ABAD-49C3-B3F0-D0CF53EF6DD0}" dt="2026-09-25T14:13:30.967" v="39" actId="26606"/>
          <ac:spMkLst>
            <pc:docMk/>
            <pc:sldMk cId="4005026676" sldId="269"/>
            <ac:spMk id="18" creationId="{86FF76B9-219D-4469-AF87-0236D29032F1}"/>
          </ac:spMkLst>
        </pc:spChg>
        <pc:spChg chg="add del">
          <ac:chgData name="Mollie E Ball" userId="e16d4908-3923-42c9-be12-4d804d0f8f30" providerId="ADAL" clId="{D2A5A728-ABAD-49C3-B3F0-D0CF53EF6DD0}" dt="2026-09-25T14:10:44.030" v="17" actId="26606"/>
          <ac:spMkLst>
            <pc:docMk/>
            <pc:sldMk cId="4005026676" sldId="269"/>
            <ac:spMk id="21" creationId="{A51A0227-072A-4F5F-928C-E2C3E5CCD10C}"/>
          </ac:spMkLst>
        </pc:spChg>
        <pc:spChg chg="add del">
          <ac:chgData name="Mollie E Ball" userId="e16d4908-3923-42c9-be12-4d804d0f8f30" providerId="ADAL" clId="{D2A5A728-ABAD-49C3-B3F0-D0CF53EF6DD0}" dt="2026-09-25T14:10:44.030" v="17" actId="26606"/>
          <ac:spMkLst>
            <pc:docMk/>
            <pc:sldMk cId="4005026676" sldId="269"/>
            <ac:spMk id="23" creationId="{35D99776-4B38-47DF-A302-11AD9AF87ACA}"/>
          </ac:spMkLst>
        </pc:spChg>
        <pc:spChg chg="add del">
          <ac:chgData name="Mollie E Ball" userId="e16d4908-3923-42c9-be12-4d804d0f8f30" providerId="ADAL" clId="{D2A5A728-ABAD-49C3-B3F0-D0CF53EF6DD0}" dt="2026-09-25T14:13:30.967" v="39" actId="26606"/>
          <ac:spMkLst>
            <pc:docMk/>
            <pc:sldMk cId="4005026676" sldId="269"/>
            <ac:spMk id="24" creationId="{2E80C965-DB6D-4F81-9E9E-B027384D0BD6}"/>
          </ac:spMkLst>
        </pc:spChg>
        <pc:spChg chg="add del">
          <ac:chgData name="Mollie E Ball" userId="e16d4908-3923-42c9-be12-4d804d0f8f30" providerId="ADAL" clId="{D2A5A728-ABAD-49C3-B3F0-D0CF53EF6DD0}" dt="2026-09-25T14:13:30.967" v="39" actId="26606"/>
          <ac:spMkLst>
            <pc:docMk/>
            <pc:sldMk cId="4005026676" sldId="269"/>
            <ac:spMk id="26" creationId="{633C5E46-DAC5-4661-9C87-22B08E2A512F}"/>
          </ac:spMkLst>
        </pc:spChg>
        <pc:grpChg chg="add del">
          <ac:chgData name="Mollie E Ball" userId="e16d4908-3923-42c9-be12-4d804d0f8f30" providerId="ADAL" clId="{D2A5A728-ABAD-49C3-B3F0-D0CF53EF6DD0}" dt="2026-09-25T14:13:30.967" v="39" actId="26606"/>
          <ac:grpSpMkLst>
            <pc:docMk/>
            <pc:sldMk cId="4005026676" sldId="269"/>
            <ac:grpSpMk id="20" creationId="{DB88BD78-87E1-424D-B479-C37D8E41B12E}"/>
          </ac:grpSpMkLst>
        </pc:grpChg>
        <pc:picChg chg="add del mod ord">
          <ac:chgData name="Mollie E Ball" userId="e16d4908-3923-42c9-be12-4d804d0f8f30" providerId="ADAL" clId="{D2A5A728-ABAD-49C3-B3F0-D0CF53EF6DD0}" dt="2026-09-25T14:13:23.574" v="35" actId="478"/>
          <ac:picMkLst>
            <pc:docMk/>
            <pc:sldMk cId="4005026676" sldId="269"/>
            <ac:picMk id="3" creationId="{A67094EF-8B9D-D324-4D4F-5677E353ABF4}"/>
          </ac:picMkLst>
        </pc:picChg>
        <pc:picChg chg="add del mod ord">
          <ac:chgData name="Mollie E Ball" userId="e16d4908-3923-42c9-be12-4d804d0f8f30" providerId="ADAL" clId="{D2A5A728-ABAD-49C3-B3F0-D0CF53EF6DD0}" dt="2026-09-25T14:13:23.574" v="35" actId="478"/>
          <ac:picMkLst>
            <pc:docMk/>
            <pc:sldMk cId="4005026676" sldId="269"/>
            <ac:picMk id="5" creationId="{F9CFEB7C-386B-DA5D-7828-A0504B4D096C}"/>
          </ac:picMkLst>
        </pc:picChg>
        <pc:picChg chg="add del mod">
          <ac:chgData name="Mollie E Ball" userId="e16d4908-3923-42c9-be12-4d804d0f8f30" providerId="ADAL" clId="{D2A5A728-ABAD-49C3-B3F0-D0CF53EF6DD0}" dt="2026-09-25T14:10:49.949" v="21" actId="478"/>
          <ac:picMkLst>
            <pc:docMk/>
            <pc:sldMk cId="4005026676" sldId="269"/>
            <ac:picMk id="9" creationId="{955686F2-728C-7E9F-DD41-C5E9037E4421}"/>
          </ac:picMkLst>
        </pc:picChg>
        <pc:picChg chg="add mod">
          <ac:chgData name="Mollie E Ball" userId="e16d4908-3923-42c9-be12-4d804d0f8f30" providerId="ADAL" clId="{D2A5A728-ABAD-49C3-B3F0-D0CF53EF6DD0}" dt="2026-09-25T14:13:30.967" v="39" actId="26606"/>
          <ac:picMkLst>
            <pc:docMk/>
            <pc:sldMk cId="4005026676" sldId="269"/>
            <ac:picMk id="13" creationId="{E00A5AAE-F0F4-2A84-AF46-C050028CA3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F6EC-FE78-4483-F474-E9394FE2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AC3F8-50EC-08C9-74EE-0AD2689ED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3BD0-13E6-D37B-574D-BE69441C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ED6C6-D547-09D5-D889-D60FA196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B665-3A9F-D648-8218-834D0271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0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2FDF-3522-EB6A-87D4-423B2738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E4B5-7900-A194-99DC-137023902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9AA09-9612-3CA5-9B10-FCDBEDFB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CCDB0-2FF5-ECEA-9E53-C3A3178A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F46E-6D88-D555-DF4C-0AE75E0A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8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6481-5E7D-1822-2175-6909066A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707F3-8071-546F-4A45-89B9A4BD3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D9452-1E8C-D48A-A471-A098F264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5921-756E-2554-1ADE-30140BA6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AD09B-EC7B-BBF4-1B6B-86D5EAA0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C71E-A838-1E35-D265-847690F3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3AF74-B8C6-F94F-FE3A-372414649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A03EC-210E-2B33-FDEB-05AF43C6D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C83C3-36EC-AA21-CFB6-8F3BDE56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4A1D2-6F6C-787A-0190-51188B79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C9C10-E6BF-51CC-52D8-7E96E711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0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0981-B182-B67F-1921-F4914804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39A72-F3C8-FBD9-35CF-979F73128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11D0B-0F74-0173-C765-0EC12824E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81F3E-B4AD-E64D-425D-253669B97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05205F-3939-D57C-8963-EADE8869D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77374-099F-2E30-EC1E-025F4703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FC975-DAB8-95AE-C144-4187F68A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B5D5F-043A-5649-DF6A-E36417C4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9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D939-27C2-1828-3B4F-45017A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C14C-A124-2FEE-AB07-AC435838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AA686-350D-CF1A-C58D-BD7893A7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7263B-7007-7EFE-881F-A231E3B4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AD820-4951-7958-2DB5-76A9414F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FF756-B277-1A7D-63A5-6166A46B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56493-7468-8078-8D9F-85EFCBD8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5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31F4-C167-AA1D-136D-9238C62B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64-A2BF-BFD8-5280-198AF661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8C18D-DF03-B815-AB71-D96C3573A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32AF7-A943-FC8F-B537-6F45E3845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82CE5-01D5-A990-A289-E793BA633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06A23-E203-71D1-46EB-338D70BF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7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FFB9-2E12-2229-F329-56FF3EF4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64377-9CB8-E6D1-0A22-28D1B4ADD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B547B-41EC-5261-BC0D-560313789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BA6C5-B08B-C513-B86A-7E69E794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E96FE-AC55-6250-5A45-D6E303AD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566FA-E834-4B0E-77DB-6ED52074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3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6E7C-7088-837C-41F4-9F240E88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4F75E-C7C9-E728-1CDF-10503670B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65877-2BEF-8690-CF06-F34243C5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42387-20FE-6C2E-BCBE-446AD029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2B84F-29F4-28C8-02FF-C4F84A42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3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CEC72-EFD9-258E-2B77-F5B5320BB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E226F-9482-FA1A-36D9-6D3DB4675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29E8D-B20E-1297-73C0-229E49B2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636AB-C974-69F1-807D-0FE8DE40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F900E-29DC-C4E1-DD23-6FB037D5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6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5A72F-01EA-9C82-C23D-3C67FAA2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5A11-1731-6C98-7FDA-05CAD268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34C0-9EC3-42AA-8D81-7A86D3495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5E3BC-E43D-41E8-B0E5-A76E401E3B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CFD16-F947-0A89-007B-84B9A6BB1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741C9-3FAE-BFFC-B01C-84E05EAFA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93C6E-D3D0-4C60-8ED2-8356B2E64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9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D7F2-A787-10A5-97E0-597D2B5F75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SRKW Diet Study</a:t>
            </a:r>
            <a:br>
              <a:rPr lang="en-US" dirty="0"/>
            </a:br>
            <a:r>
              <a:rPr lang="en-US" dirty="0"/>
              <a:t>9/25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C9F96-C99D-DE52-E038-0B7BDE488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M. Ball</a:t>
            </a:r>
          </a:p>
        </p:txBody>
      </p:sp>
    </p:spTree>
    <p:extLst>
      <p:ext uri="{BB962C8B-B14F-4D97-AF65-F5344CB8AC3E}">
        <p14:creationId xmlns:p14="http://schemas.microsoft.com/office/powerpoint/2010/main" val="378308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6109-3566-67AD-9CD1-816BAF7E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FEF0848-529F-82D6-B666-E49809FC4229}"/>
              </a:ext>
            </a:extLst>
          </p:cNvPr>
          <p:cNvSpPr txBox="1"/>
          <p:nvPr/>
        </p:nvSpPr>
        <p:spPr>
          <a:xfrm>
            <a:off x="2983043" y="629587"/>
            <a:ext cx="5369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 458, but after filtering out NA pod and NA season: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671B12-71B2-7393-5548-0765999BC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02451"/>
              </p:ext>
            </p:extLst>
          </p:nvPr>
        </p:nvGraphicFramePr>
        <p:xfrm>
          <a:off x="1157357" y="1240404"/>
          <a:ext cx="10451548" cy="2830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5774">
                  <a:extLst>
                    <a:ext uri="{9D8B030D-6E8A-4147-A177-3AD203B41FA5}">
                      <a16:colId xmlns:a16="http://schemas.microsoft.com/office/drawing/2014/main" val="432443793"/>
                    </a:ext>
                  </a:extLst>
                </a:gridCol>
                <a:gridCol w="5225774">
                  <a:extLst>
                    <a:ext uri="{9D8B030D-6E8A-4147-A177-3AD203B41FA5}">
                      <a16:colId xmlns:a16="http://schemas.microsoft.com/office/drawing/2014/main" val="4263349094"/>
                    </a:ext>
                  </a:extLst>
                </a:gridCol>
              </a:tblGrid>
              <a:tr h="567688">
                <a:tc>
                  <a:txBody>
                    <a:bodyPr/>
                    <a:lstStyle/>
                    <a:p>
                      <a:r>
                        <a:rPr lang="en-US" dirty="0"/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772736"/>
                  </a:ext>
                </a:extLst>
              </a:tr>
              <a:tr h="567688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991887"/>
                  </a:ext>
                </a:extLst>
              </a:tr>
              <a:tr h="567688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180844"/>
                  </a:ext>
                </a:extLst>
              </a:tr>
              <a:tr h="559912"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592682"/>
                  </a:ext>
                </a:extLst>
              </a:tr>
              <a:tr h="5676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619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A77F846-4EE6-AAD2-C24A-7A1D40EEDF89}"/>
              </a:ext>
            </a:extLst>
          </p:cNvPr>
          <p:cNvSpPr txBox="1"/>
          <p:nvPr/>
        </p:nvSpPr>
        <p:spPr>
          <a:xfrm>
            <a:off x="3539509" y="5432930"/>
            <a:ext cx="499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Would love to fill in missing metadata if possible</a:t>
            </a:r>
          </a:p>
        </p:txBody>
      </p:sp>
    </p:spTree>
    <p:extLst>
      <p:ext uri="{BB962C8B-B14F-4D97-AF65-F5344CB8AC3E}">
        <p14:creationId xmlns:p14="http://schemas.microsoft.com/office/powerpoint/2010/main" val="11008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429747-35A0-0268-611A-623DFB6C4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02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660EC6-8B50-A72D-8E30-34A8857D6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3" y="0"/>
            <a:ext cx="91439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66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1A90D-EAA5-33F9-73AF-F5C3A3F9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0A5AAE-F0F4-2A84-AF46-C050028C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26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FB603-EE55-5F39-F7F0-8C0E2B73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C56EAA4-24B1-5433-0EC3-9AAC48564FC1}"/>
              </a:ext>
            </a:extLst>
          </p:cNvPr>
          <p:cNvSpPr txBox="1"/>
          <p:nvPr/>
        </p:nvSpPr>
        <p:spPr>
          <a:xfrm>
            <a:off x="8387963" y="2690336"/>
            <a:ext cx="28710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Significantly different:</a:t>
            </a:r>
          </a:p>
          <a:p>
            <a:r>
              <a:rPr lang="en-US" dirty="0"/>
              <a:t>autumn and summer</a:t>
            </a:r>
          </a:p>
          <a:p>
            <a:r>
              <a:rPr lang="en-US" dirty="0"/>
              <a:t>autumn and spring</a:t>
            </a:r>
          </a:p>
          <a:p>
            <a:r>
              <a:rPr lang="en-US" dirty="0"/>
              <a:t>spring and winter</a:t>
            </a:r>
          </a:p>
          <a:p>
            <a:r>
              <a:rPr lang="en-US" dirty="0"/>
              <a:t>autumn and winter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761AB-D55A-C473-C3A6-6FE00AD2E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38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8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A27C-B531-964C-7B40-3B2C1BD1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278850E-E8FE-7A62-1162-FD2F993DF6AD}"/>
              </a:ext>
            </a:extLst>
          </p:cNvPr>
          <p:cNvSpPr txBox="1"/>
          <p:nvPr/>
        </p:nvSpPr>
        <p:spPr>
          <a:xfrm>
            <a:off x="8387963" y="2690336"/>
            <a:ext cx="2871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Significantly different:</a:t>
            </a:r>
          </a:p>
          <a:p>
            <a:r>
              <a:rPr lang="en-US" dirty="0"/>
              <a:t>J and L</a:t>
            </a:r>
          </a:p>
          <a:p>
            <a:r>
              <a:rPr lang="en-US" dirty="0"/>
              <a:t>K and 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E29FD3-FEB0-1BE4-5CA3-58E19D4F9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8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3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20FF1-7E0C-5F7C-A231-8B25E19B6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751" y="0"/>
            <a:ext cx="9129413" cy="684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2BFE-6CB4-2520-80D6-7A2213F6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01D034-AB07-8A6E-E9FA-6660BE4C7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045" y="0"/>
            <a:ext cx="9143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7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65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SRKW Diet Study 9/25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Mollie E Ball</dc:creator>
  <cp:lastModifiedBy>Mollie E Ball</cp:lastModifiedBy>
  <cp:revision>1</cp:revision>
  <dcterms:created xsi:type="dcterms:W3CDTF">2026-09-24T22:35:37Z</dcterms:created>
  <dcterms:modified xsi:type="dcterms:W3CDTF">2026-09-25T15:47:00Z</dcterms:modified>
</cp:coreProperties>
</file>